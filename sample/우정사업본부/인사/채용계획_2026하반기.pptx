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2026년 하반기 채용계획</a:t>
            </a:r>
          </a:p>
          <a:p>
            <a:r>
              <a:t>우정사업본부 인사과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채용 규모</a:t>
            </a:r>
          </a:p>
          <a:p>
            <a:r>
              <a:t>일반직 9급 120명, 우정직 85명, 전산직 12명</a:t>
            </a:r>
          </a:p>
          <a:p>
            <a:r>
              <a:t>지역별 배분은 별첨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일정</a:t>
            </a:r>
          </a:p>
          <a:p>
            <a:r>
              <a:t>공고 10월 6일, 필기 11월 15일, 면접 12월 첫째 주</a:t>
            </a:r>
          </a:p>
          <a:p>
            <a:r>
              <a:t>합격자 개인정보는 채용 종료 후 파기</a:t>
            </a:r>
          </a:p>
        </p:txBody>
      </p:sp>
    </p:spTree>
  </p:cSld>
</p:sld>
</file>